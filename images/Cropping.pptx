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BC"/>
    <a:srgbClr val="C9C6EE"/>
    <a:srgbClr val="FFC9C9"/>
    <a:srgbClr val="E2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3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5377-20DF-48FD-8AFD-29D38883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3044-1F7B-40C7-8BD7-9F0807558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1A8D0-360E-41BA-A54D-79AE2E3D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EB819-965D-43A1-ACDB-C77CEC5DB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A1EC6-0BA2-4F48-B365-78E747F7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1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929B9-D8ED-4BA8-8F01-5A39B47E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E9C1-2519-4650-8D27-33D912EEC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91440-A04B-4A95-93BA-971A23ED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FF0AD-B0B5-4DB0-8CBF-648746B5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56063-3580-43A3-956E-34B35F6D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973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540-4BA2-4E1A-9553-F04335812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59761-1D47-4293-AA67-73564D5B7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8FE45-75F3-46BD-BA7A-C1F6E92F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3DED2-8DEF-488A-9D97-D0256EB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C17A-58C8-4DD6-8428-C73FA712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54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6141E-CB02-4FD6-B128-A8E1FDF85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42B6E-FD93-49DF-8AE3-67D447CEE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FEF25-7D46-461C-86AD-D4A3C7C95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391DA-D165-47FA-B372-2F8438D6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15D87-BB05-4813-9605-73F50EC6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9252B-A493-480D-83A2-08ED8752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40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9137-9795-47E1-8C24-6662AEBF7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80AD2-F8FC-46A3-A34D-7E9FC6131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C6D3-768A-4F55-A4C1-1896ACB3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CF230-8DBD-4AB6-9655-49442BF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D788BD-6F2F-4380-B4E2-C85F33A45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9ABAB-D67B-4273-B9CD-B7D5B934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56C44-2A3E-46EB-B23C-2E6CE3ED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806D3-D265-4D3D-8676-3BED5404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78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D3A2-D539-42C2-BA1C-1547C257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860032-F766-471A-B78D-8943D61D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A69291-EF3B-4913-807E-05A0CB360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64D2F-00E0-414E-B194-295089471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30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7126F-0437-44E8-9872-85F6FC0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9BD44-E6E2-4534-8523-AF6740C1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D197-D484-4966-B560-6A4760F8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58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BF584-98D0-4AD1-9929-54677B70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46D78-B26C-4176-9E89-A53457F7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2E82E-1B26-4444-B647-27EA26C14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98558-44B6-4D9E-B770-27BB91886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A4186E-223A-4EAC-AA23-084597BFA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79956-D120-400C-8D41-28B2C460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4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0A935-D152-4F9F-B4A8-81A8218B5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50FA43-CEEB-4DE4-85E2-B2F85B733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BC2A-7C47-4646-B531-1B1E1E8A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7EBA-E5FF-48E2-B330-FDA1F184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CEDF1-C6C1-45E7-B5F8-D12AB6535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E4B0-01FD-4F66-B69A-254C2E0F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3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B6C-8184-483D-9896-9F07D32A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11E4-E36F-4D8F-8754-79A6836A2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EC8C9-1570-480D-B01A-E2B37C0AC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AE5A3-F597-4BF4-85D0-424A891C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DDABE-4840-4C15-B952-3DE359B9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3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06591A-C0DD-465A-B748-DDA0867E7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68EDA-098D-4D2D-95E6-AEEFBCCD0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303D-5B1E-46DC-A682-9C4BB0002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C6300-3914-43E5-91F5-94E61DC4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901-AF87-4C4A-9A51-3FDC08F02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02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18B3F4-6AA0-444A-8B70-C6FFE2E6D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09540-126F-4F1D-8A1B-764A94DBB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8E97-CCF2-4271-97A7-86B66DA8E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73FC-5F2B-43C2-AB6C-EC6B8D04FE99}" type="datetimeFigureOut">
              <a:rPr lang="en-GB" smtClean="0"/>
              <a:t>16/02/2026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BFE4C-F51C-45A5-9E64-C2EAB83C3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79A75-6455-4D2B-A14C-4D8F75BC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410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eg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C159AB5-AEFB-1E2B-1124-2D0F099E146D}"/>
              </a:ext>
            </a:extLst>
          </p:cNvPr>
          <p:cNvSpPr/>
          <p:nvPr/>
        </p:nvSpPr>
        <p:spPr>
          <a:xfrm>
            <a:off x="-6438900" y="1893422"/>
            <a:ext cx="6883220" cy="4129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D22C2-92AA-4755-B8D1-2ABE72009268}"/>
              </a:ext>
            </a:extLst>
          </p:cNvPr>
          <p:cNvSpPr txBox="1"/>
          <p:nvPr/>
        </p:nvSpPr>
        <p:spPr>
          <a:xfrm>
            <a:off x="6456965" y="71562"/>
            <a:ext cx="3078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5:3 Landscape</a:t>
            </a:r>
          </a:p>
          <a:p>
            <a:r>
              <a:rPr lang="en-GB" dirty="0"/>
              <a:t>Use gimp to set to 1000x600px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223EF-4E21-4202-9648-4405B6664EFD}"/>
              </a:ext>
            </a:extLst>
          </p:cNvPr>
          <p:cNvSpPr txBox="1"/>
          <p:nvPr/>
        </p:nvSpPr>
        <p:spPr>
          <a:xfrm>
            <a:off x="1116655" y="-45920"/>
            <a:ext cx="226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News (</a:t>
            </a:r>
            <a:r>
              <a:rPr lang="en-GB" b="1" dirty="0" err="1"/>
              <a:t>inc.</a:t>
            </a:r>
            <a:r>
              <a:rPr lang="en-GB" b="1" dirty="0"/>
              <a:t> Frontpage)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8B6FC-3841-4615-9AD4-4C342929DAB1}"/>
              </a:ext>
            </a:extLst>
          </p:cNvPr>
          <p:cNvSpPr txBox="1"/>
          <p:nvPr/>
        </p:nvSpPr>
        <p:spPr>
          <a:xfrm>
            <a:off x="1005336" y="348561"/>
            <a:ext cx="460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Paper Images (for 3x Demos in Research Page)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C1017E-4CB9-7533-B47E-98DD4896626C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blipFill dpi="0" rotWithShape="1">
            <a:blip r:embed="rId2">
              <a:alphaModFix amt="24000"/>
            </a:blip>
            <a:srcRect/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775323-F252-F11C-2742-9830A848788A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 descr="A person wearing a hat pointing at the camera&#10;&#10;AI-generated content may be incorrect.">
            <a:extLst>
              <a:ext uri="{FF2B5EF4-FFF2-40B4-BE49-F238E27FC236}">
                <a16:creationId xmlns:a16="http://schemas.microsoft.com/office/drawing/2014/main" id="{230F36D2-CD1C-72C5-7CA4-CBF7B79B227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74" t="12170" r="18845" b="31482"/>
          <a:stretch/>
        </p:blipFill>
        <p:spPr>
          <a:xfrm>
            <a:off x="-6393358" y="2074618"/>
            <a:ext cx="3024930" cy="386435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49C2EF7-5711-592E-701F-F1B3013F1DCC}"/>
              </a:ext>
            </a:extLst>
          </p:cNvPr>
          <p:cNvSpPr txBox="1"/>
          <p:nvPr/>
        </p:nvSpPr>
        <p:spPr>
          <a:xfrm>
            <a:off x="-3423828" y="1930048"/>
            <a:ext cx="3664082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solidFill>
                  <a:srgbClr val="0000BC"/>
                </a:solidFill>
                <a:latin typeface="Vineta BT" panose="04020906050602070202" pitchFamily="82" charset="0"/>
              </a:rPr>
              <a:t>WE WANT </a:t>
            </a:r>
            <a:r>
              <a:rPr lang="en-US" sz="5400" dirty="0">
                <a:solidFill>
                  <a:srgbClr val="C00000"/>
                </a:solidFill>
                <a:latin typeface="Vineta BT" panose="04020906050602070202" pitchFamily="82" charset="0"/>
              </a:rPr>
              <a:t>YOU*</a:t>
            </a:r>
          </a:p>
          <a:p>
            <a:pPr algn="ctr"/>
            <a:r>
              <a:rPr lang="en-US" sz="3200" dirty="0"/>
              <a:t>*to do a PhD on </a:t>
            </a:r>
          </a:p>
          <a:p>
            <a:pPr algn="ctr"/>
            <a:r>
              <a:rPr lang="en-US" sz="3200" dirty="0"/>
              <a:t>Nanoribbons for </a:t>
            </a:r>
          </a:p>
          <a:p>
            <a:pPr algn="ctr"/>
            <a:r>
              <a:rPr lang="en-US" sz="3200" dirty="0"/>
              <a:t>Photovoltaics</a:t>
            </a:r>
            <a:endParaRPr lang="en-GB" sz="3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709C9E7-6157-2E49-ED1C-23E4C53EE766}"/>
              </a:ext>
            </a:extLst>
          </p:cNvPr>
          <p:cNvSpPr/>
          <p:nvPr/>
        </p:nvSpPr>
        <p:spPr>
          <a:xfrm>
            <a:off x="2167807" y="1733574"/>
            <a:ext cx="6883220" cy="412993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4BBA86-76F0-2339-35EF-7E8442401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7849" y="1819432"/>
            <a:ext cx="5724773" cy="395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98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91E56D-6EFF-42D8-8083-9F2BCA89571E}"/>
              </a:ext>
            </a:extLst>
          </p:cNvPr>
          <p:cNvSpPr txBox="1"/>
          <p:nvPr/>
        </p:nvSpPr>
        <p:spPr>
          <a:xfrm>
            <a:off x="1887930" y="369332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Member Portraits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46E39-A1AA-410B-A682-97F5D7386369}"/>
              </a:ext>
            </a:extLst>
          </p:cNvPr>
          <p:cNvSpPr txBox="1"/>
          <p:nvPr/>
        </p:nvSpPr>
        <p:spPr>
          <a:xfrm>
            <a:off x="8823087" y="230832"/>
            <a:ext cx="2961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4:3 portrait</a:t>
            </a:r>
          </a:p>
          <a:p>
            <a:r>
              <a:rPr lang="en-GB" dirty="0"/>
              <a:t>Use gimp to set to 300x400px</a:t>
            </a:r>
          </a:p>
        </p:txBody>
      </p:sp>
      <p:pic>
        <p:nvPicPr>
          <p:cNvPr id="3" name="Picture 2" descr="A person wearing a hat&#10;&#10;Description automatically generated with medium confidence">
            <a:extLst>
              <a:ext uri="{FF2B5EF4-FFF2-40B4-BE49-F238E27FC236}">
                <a16:creationId xmlns:a16="http://schemas.microsoft.com/office/drawing/2014/main" id="{C68C216B-153B-4825-9031-6704E5489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>
          <a:xfrm>
            <a:off x="10870652" y="1324275"/>
            <a:ext cx="1828800" cy="2438400"/>
          </a:xfrm>
          <a:prstGeom prst="rect">
            <a:avLst/>
          </a:prstGeom>
        </p:spPr>
      </p:pic>
      <p:pic>
        <p:nvPicPr>
          <p:cNvPr id="8" name="Picture 7" descr="A person sitting at a table with poker chips and cards&#10;&#10;Description automatically generated">
            <a:extLst>
              <a:ext uri="{FF2B5EF4-FFF2-40B4-BE49-F238E27FC236}">
                <a16:creationId xmlns:a16="http://schemas.microsoft.com/office/drawing/2014/main" id="{ED7292B3-392A-8F7F-E9BE-E316726002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12913" r="30259" b="51531"/>
          <a:stretch/>
        </p:blipFill>
        <p:spPr>
          <a:xfrm>
            <a:off x="12699452" y="1324276"/>
            <a:ext cx="1828800" cy="2438400"/>
          </a:xfrm>
          <a:prstGeom prst="rect">
            <a:avLst/>
          </a:prstGeom>
        </p:spPr>
      </p:pic>
      <p:pic>
        <p:nvPicPr>
          <p:cNvPr id="12" name="Picture 11" descr="A turtle with its head on its shell&#10;&#10;Description automatically generated">
            <a:extLst>
              <a:ext uri="{FF2B5EF4-FFF2-40B4-BE49-F238E27FC236}">
                <a16:creationId xmlns:a16="http://schemas.microsoft.com/office/drawing/2014/main" id="{3B68B113-F27B-038A-73E6-122E173F5FA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2308" r="27003" b="365"/>
          <a:stretch/>
        </p:blipFill>
        <p:spPr>
          <a:xfrm>
            <a:off x="5603016" y="877162"/>
            <a:ext cx="4635181" cy="6180241"/>
          </a:xfrm>
          <a:prstGeom prst="rect">
            <a:avLst/>
          </a:prstGeom>
        </p:spPr>
      </p:pic>
      <p:pic>
        <p:nvPicPr>
          <p:cNvPr id="9" name="Picture 8" descr="A person smiling for a selfie&#10;&#10;Description automatically generated">
            <a:extLst>
              <a:ext uri="{FF2B5EF4-FFF2-40B4-BE49-F238E27FC236}">
                <a16:creationId xmlns:a16="http://schemas.microsoft.com/office/drawing/2014/main" id="{C178CD0F-1921-6C51-55B4-FCA25AF6A4B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" t="10789" r="5293" b="10789"/>
          <a:stretch/>
        </p:blipFill>
        <p:spPr>
          <a:xfrm>
            <a:off x="537030" y="1823037"/>
            <a:ext cx="4033558" cy="5378078"/>
          </a:xfrm>
          <a:prstGeom prst="rect">
            <a:avLst/>
          </a:prstGeom>
        </p:spPr>
      </p:pic>
      <p:pic>
        <p:nvPicPr>
          <p:cNvPr id="16" name="Picture 15" descr="A turtle eating a strawberry&#10;&#10;AI-generated content may be incorrect.">
            <a:extLst>
              <a:ext uri="{FF2B5EF4-FFF2-40B4-BE49-F238E27FC236}">
                <a16:creationId xmlns:a16="http://schemas.microsoft.com/office/drawing/2014/main" id="{8643B5D8-350A-54AA-E95A-C94AF0C8380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92" t="11082" r="42863" b="4976"/>
          <a:stretch>
            <a:fillRect/>
          </a:stretch>
        </p:blipFill>
        <p:spPr>
          <a:xfrm>
            <a:off x="2443221" y="1224262"/>
            <a:ext cx="3807618" cy="507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44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14614</TotalTime>
  <Words>53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Vineta BT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Clancy, Adam</dc:creator>
  <cp:lastModifiedBy>Adam Clancy</cp:lastModifiedBy>
  <cp:revision>34</cp:revision>
  <dcterms:created xsi:type="dcterms:W3CDTF">2022-09-13T15:52:45Z</dcterms:created>
  <dcterms:modified xsi:type="dcterms:W3CDTF">2026-02-16T11:01:06Z</dcterms:modified>
</cp:coreProperties>
</file>