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BC"/>
    <a:srgbClr val="C9C6EE"/>
    <a:srgbClr val="FFC9C9"/>
    <a:srgbClr val="E2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5377-20DF-48FD-8AFD-29D38883A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83044-1F7B-40C7-8BD7-9F0807558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1A8D0-360E-41BA-A54D-79AE2E3D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EB819-965D-43A1-ACDB-C77CEC5DB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A1EC6-0BA2-4F48-B365-78E747F7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7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29B9-D8ED-4BA8-8F01-5A39B47E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E9C1-2519-4650-8D27-33D912EEC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91440-A04B-4A95-93BA-971A23ED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FF0AD-B0B5-4DB0-8CBF-648746B5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56063-3580-43A3-956E-34B35F6D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97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5540-4BA2-4E1A-9553-F04335812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9761-1D47-4293-AA67-73564D5B7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8FE45-75F3-46BD-BA7A-C1F6E92F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3DED2-8DEF-488A-9D97-D0256EBB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0C17A-58C8-4DD6-8428-C73FA712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54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141E-CB02-4FD6-B128-A8E1FDF8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42B6E-FD93-49DF-8AE3-67D447CEE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FEF25-7D46-461C-86AD-D4A3C7C95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391DA-D165-47FA-B372-2F8438D6E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15D87-BB05-4813-9605-73F50EC6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9252B-A493-480D-83A2-08ED8752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40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9137-9795-47E1-8C24-6662AEBF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80AD2-F8FC-46A3-A34D-7E9FC6131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FC6D3-768A-4F55-A4C1-1896ACB33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CF230-8DBD-4AB6-9655-49442BF8B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788BD-6F2F-4380-B4E2-C85F33A45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9ABAB-D67B-4273-B9CD-B7D5B934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56C44-2A3E-46EB-B23C-2E6CE3ED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3806D3-D265-4D3D-8676-3BED5404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78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D3A2-D539-42C2-BA1C-1547C257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860032-F766-471A-B78D-8943D61D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A69291-EF3B-4913-807E-05A0CB36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64D2F-00E0-414E-B194-29508947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83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7126F-0437-44E8-9872-85F6FC0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9BD44-E6E2-4534-8523-AF6740C1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3D197-D484-4966-B560-6A4760F8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58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BF584-98D0-4AD1-9929-54677B70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46D78-B26C-4176-9E89-A53457F7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2E82E-1B26-4444-B647-27EA26C14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98558-44B6-4D9E-B770-27BB9188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4186E-223A-4EAC-AA23-084597BF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79956-D120-400C-8D41-28B2C460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4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A935-D152-4F9F-B4A8-81A8218B5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0FA43-CEEB-4DE4-85E2-B2F85B733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ABC2A-7C47-4646-B531-1B1E1E8A8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47EBA-E5FF-48E2-B330-FDA1F184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CEDF1-C6C1-45E7-B5F8-D12AB653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6E4B0-01FD-4F66-B69A-254C2E0F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34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0B6C-8184-483D-9896-9F07D32A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911E4-E36F-4D8F-8754-79A6836A2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EC8C9-1570-480D-B01A-E2B37C0A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AE5A3-F597-4BF4-85D0-424A891C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DDABE-4840-4C15-B952-3DE359B9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35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06591A-C0DD-465A-B748-DDA0867E7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68EDA-098D-4D2D-95E6-AEEFBCCD0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A303D-5B1E-46DC-A682-9C4BB000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C6300-3914-43E5-91F5-94E61DC4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901-AF87-4C4A-9A51-3FDC08F0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02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18B3F4-6AA0-444A-8B70-C6FFE2E6D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9540-126F-4F1D-8A1B-764A94DBB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78E97-CCF2-4271-97A7-86B66DA8E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473FC-5F2B-43C2-AB6C-EC6B8D04FE9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BFE4C-F51C-45A5-9E64-C2EAB83C3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79A75-6455-4D2B-A14C-4D8F75BC2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51F02-341F-400E-A903-432CA8E7F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410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C159AB5-AEFB-1E2B-1124-2D0F099E146D}"/>
              </a:ext>
            </a:extLst>
          </p:cNvPr>
          <p:cNvSpPr/>
          <p:nvPr/>
        </p:nvSpPr>
        <p:spPr>
          <a:xfrm>
            <a:off x="-6438900" y="1893422"/>
            <a:ext cx="6883220" cy="4129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D22C2-92AA-4755-B8D1-2ABE72009268}"/>
              </a:ext>
            </a:extLst>
          </p:cNvPr>
          <p:cNvSpPr txBox="1"/>
          <p:nvPr/>
        </p:nvSpPr>
        <p:spPr>
          <a:xfrm>
            <a:off x="6456965" y="71562"/>
            <a:ext cx="3078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Crop here to 5:3 Landscape</a:t>
            </a:r>
          </a:p>
          <a:p>
            <a:r>
              <a:rPr lang="en-GB" dirty="0"/>
              <a:t>Use gimp to set to 1000x600px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223EF-4E21-4202-9648-4405B6664EFD}"/>
              </a:ext>
            </a:extLst>
          </p:cNvPr>
          <p:cNvSpPr txBox="1"/>
          <p:nvPr/>
        </p:nvSpPr>
        <p:spPr>
          <a:xfrm>
            <a:off x="1116655" y="-45920"/>
            <a:ext cx="226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News (</a:t>
            </a:r>
            <a:r>
              <a:rPr lang="en-GB" b="1" dirty="0" err="1"/>
              <a:t>inc.</a:t>
            </a:r>
            <a:r>
              <a:rPr lang="en-GB" b="1" dirty="0"/>
              <a:t> Frontpage)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8B6FC-3841-4615-9AD4-4C342929DAB1}"/>
              </a:ext>
            </a:extLst>
          </p:cNvPr>
          <p:cNvSpPr txBox="1"/>
          <p:nvPr/>
        </p:nvSpPr>
        <p:spPr>
          <a:xfrm>
            <a:off x="1005336" y="348561"/>
            <a:ext cx="460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Paper Images (for 3x Demos in Research Page)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C1017E-4CB9-7533-B47E-98DD4896626C}"/>
              </a:ext>
            </a:extLst>
          </p:cNvPr>
          <p:cNvSpPr/>
          <p:nvPr/>
        </p:nvSpPr>
        <p:spPr>
          <a:xfrm>
            <a:off x="-6429447" y="1893422"/>
            <a:ext cx="6883220" cy="4129934"/>
          </a:xfrm>
          <a:prstGeom prst="rect">
            <a:avLst/>
          </a:prstGeom>
          <a:blipFill dpi="0" rotWithShape="1">
            <a:blip r:embed="rId2">
              <a:alphaModFix amt="24000"/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75323-F252-F11C-2742-9830A848788A}"/>
              </a:ext>
            </a:extLst>
          </p:cNvPr>
          <p:cNvSpPr/>
          <p:nvPr/>
        </p:nvSpPr>
        <p:spPr>
          <a:xfrm>
            <a:off x="-6429447" y="1893422"/>
            <a:ext cx="6883220" cy="41299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A person wearing a hat pointing at the camera&#10;&#10;AI-generated content may be incorrect.">
            <a:extLst>
              <a:ext uri="{FF2B5EF4-FFF2-40B4-BE49-F238E27FC236}">
                <a16:creationId xmlns:a16="http://schemas.microsoft.com/office/drawing/2014/main" id="{230F36D2-CD1C-72C5-7CA4-CBF7B79B227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74" t="12170" r="18845" b="31482"/>
          <a:stretch/>
        </p:blipFill>
        <p:spPr>
          <a:xfrm>
            <a:off x="-6393358" y="2074618"/>
            <a:ext cx="3024930" cy="386435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49C2EF7-5711-592E-701F-F1B3013F1DCC}"/>
              </a:ext>
            </a:extLst>
          </p:cNvPr>
          <p:cNvSpPr txBox="1"/>
          <p:nvPr/>
        </p:nvSpPr>
        <p:spPr>
          <a:xfrm>
            <a:off x="-3423828" y="1930048"/>
            <a:ext cx="3664082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rgbClr val="0000BC"/>
                </a:solidFill>
                <a:latin typeface="Vineta BT" panose="04020906050602070202" pitchFamily="82" charset="0"/>
              </a:rPr>
              <a:t>WE WANT </a:t>
            </a:r>
            <a:r>
              <a:rPr lang="en-US" sz="5400" dirty="0">
                <a:solidFill>
                  <a:srgbClr val="C00000"/>
                </a:solidFill>
                <a:latin typeface="Vineta BT" panose="04020906050602070202" pitchFamily="82" charset="0"/>
              </a:rPr>
              <a:t>YOU*</a:t>
            </a:r>
          </a:p>
          <a:p>
            <a:pPr algn="ctr"/>
            <a:r>
              <a:rPr lang="en-US" sz="3200" dirty="0"/>
              <a:t>*to do a PhD on </a:t>
            </a:r>
          </a:p>
          <a:p>
            <a:pPr algn="ctr"/>
            <a:r>
              <a:rPr lang="en-US" sz="3200" dirty="0"/>
              <a:t>Nanoribbons for </a:t>
            </a:r>
          </a:p>
          <a:p>
            <a:pPr algn="ctr"/>
            <a:r>
              <a:rPr lang="en-US" sz="3200" dirty="0"/>
              <a:t>Photovoltaics</a:t>
            </a:r>
            <a:endParaRPr lang="en-GB" sz="3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09C9E7-6157-2E49-ED1C-23E4C53EE766}"/>
              </a:ext>
            </a:extLst>
          </p:cNvPr>
          <p:cNvSpPr/>
          <p:nvPr/>
        </p:nvSpPr>
        <p:spPr>
          <a:xfrm>
            <a:off x="2167807" y="1733574"/>
            <a:ext cx="6883220" cy="412993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4BBA86-76F0-2339-35EF-7E8442401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849" y="1819432"/>
            <a:ext cx="5724773" cy="395821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E4B3E5F-29CF-1A92-C02E-9D40BD75CB89}"/>
              </a:ext>
            </a:extLst>
          </p:cNvPr>
          <p:cNvGrpSpPr/>
          <p:nvPr/>
        </p:nvGrpSpPr>
        <p:grpSpPr>
          <a:xfrm>
            <a:off x="11264676" y="1269949"/>
            <a:ext cx="4013424" cy="2159051"/>
            <a:chOff x="11264676" y="1269949"/>
            <a:chExt cx="4013424" cy="2159051"/>
          </a:xfrm>
        </p:grpSpPr>
        <p:pic>
          <p:nvPicPr>
            <p:cNvPr id="8" name="Picture 7" descr="Home - ICMAT">
              <a:extLst>
                <a:ext uri="{FF2B5EF4-FFF2-40B4-BE49-F238E27FC236}">
                  <a16:creationId xmlns:a16="http://schemas.microsoft.com/office/drawing/2014/main" id="{B3269173-5712-8CEB-EBBF-A08039680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41401"/>
            <a:stretch>
              <a:fillRect/>
            </a:stretch>
          </p:blipFill>
          <p:spPr>
            <a:xfrm>
              <a:off x="11508477" y="1269949"/>
              <a:ext cx="3769623" cy="1041454"/>
            </a:xfrm>
            <a:prstGeom prst="rect">
              <a:avLst/>
            </a:prstGeom>
          </p:spPr>
        </p:pic>
        <p:pic>
          <p:nvPicPr>
            <p:cNvPr id="10" name="Picture 9" descr="Home - ICMAT">
              <a:extLst>
                <a:ext uri="{FF2B5EF4-FFF2-40B4-BE49-F238E27FC236}">
                  <a16:creationId xmlns:a16="http://schemas.microsoft.com/office/drawing/2014/main" id="{665D59CF-6A65-027E-0CA8-CBEFE984C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8599"/>
            <a:stretch>
              <a:fillRect/>
            </a:stretch>
          </p:blipFill>
          <p:spPr>
            <a:xfrm>
              <a:off x="11264676" y="2387546"/>
              <a:ext cx="2663258" cy="10414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1598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91E56D-6EFF-42D8-8083-9F2BCA89571E}"/>
              </a:ext>
            </a:extLst>
          </p:cNvPr>
          <p:cNvSpPr txBox="1"/>
          <p:nvPr/>
        </p:nvSpPr>
        <p:spPr>
          <a:xfrm>
            <a:off x="1887930" y="369332"/>
            <a:ext cx="1886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Member Portraits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46E39-A1AA-410B-A682-97F5D7386369}"/>
              </a:ext>
            </a:extLst>
          </p:cNvPr>
          <p:cNvSpPr txBox="1"/>
          <p:nvPr/>
        </p:nvSpPr>
        <p:spPr>
          <a:xfrm>
            <a:off x="8823087" y="230832"/>
            <a:ext cx="2961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Crop here to 4:3 portrait</a:t>
            </a:r>
          </a:p>
          <a:p>
            <a:r>
              <a:rPr lang="en-GB" dirty="0"/>
              <a:t>Use gimp to set to 300x400px</a:t>
            </a:r>
          </a:p>
        </p:txBody>
      </p:sp>
      <p:pic>
        <p:nvPicPr>
          <p:cNvPr id="3" name="Picture 2" descr="A person wearing a hat&#10;&#10;Description automatically generated with medium confidence">
            <a:extLst>
              <a:ext uri="{FF2B5EF4-FFF2-40B4-BE49-F238E27FC236}">
                <a16:creationId xmlns:a16="http://schemas.microsoft.com/office/drawing/2014/main" id="{C68C216B-153B-4825-9031-6704E54891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10870652" y="1324275"/>
            <a:ext cx="1828800" cy="2438400"/>
          </a:xfrm>
          <a:prstGeom prst="rect">
            <a:avLst/>
          </a:prstGeom>
        </p:spPr>
      </p:pic>
      <p:pic>
        <p:nvPicPr>
          <p:cNvPr id="8" name="Picture 7" descr="A person sitting at a table with poker chips and cards&#10;&#10;Description automatically generated">
            <a:extLst>
              <a:ext uri="{FF2B5EF4-FFF2-40B4-BE49-F238E27FC236}">
                <a16:creationId xmlns:a16="http://schemas.microsoft.com/office/drawing/2014/main" id="{ED7292B3-392A-8F7F-E9BE-E316726002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3" t="12913" r="30259" b="51531"/>
          <a:stretch/>
        </p:blipFill>
        <p:spPr>
          <a:xfrm>
            <a:off x="12699452" y="1324276"/>
            <a:ext cx="182880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6E258D-3A05-9031-4F37-16E8642F0C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79" t="22382" r="20773" b="23923"/>
          <a:stretch>
            <a:fillRect/>
          </a:stretch>
        </p:blipFill>
        <p:spPr>
          <a:xfrm>
            <a:off x="2841243" y="-705593"/>
            <a:ext cx="2761773" cy="3682364"/>
          </a:xfrm>
          <a:prstGeom prst="rect">
            <a:avLst/>
          </a:prstGeom>
        </p:spPr>
      </p:pic>
      <p:pic>
        <p:nvPicPr>
          <p:cNvPr id="10" name="Picture 9" descr="Penguins &amp; Polar Bears: Interesting Facts - Explore">
            <a:extLst>
              <a:ext uri="{FF2B5EF4-FFF2-40B4-BE49-F238E27FC236}">
                <a16:creationId xmlns:a16="http://schemas.microsoft.com/office/drawing/2014/main" id="{5C387ACD-147C-0DFA-599D-083ED6A35C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564" r="21564"/>
          <a:stretch>
            <a:fillRect/>
          </a:stretch>
        </p:blipFill>
        <p:spPr>
          <a:xfrm>
            <a:off x="1053703" y="4429278"/>
            <a:ext cx="2778918" cy="3705224"/>
          </a:xfrm>
          <a:prstGeom prst="rect">
            <a:avLst/>
          </a:prstGeom>
        </p:spPr>
      </p:pic>
      <p:pic>
        <p:nvPicPr>
          <p:cNvPr id="14" name="Picture 13" descr="Do you know why Penguins waddle? - Telangana Today">
            <a:extLst>
              <a:ext uri="{FF2B5EF4-FFF2-40B4-BE49-F238E27FC236}">
                <a16:creationId xmlns:a16="http://schemas.microsoft.com/office/drawing/2014/main" id="{FF84FC1B-CF38-9A78-A13D-E93AB830EA3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274" t="302" r="30746" b="-302"/>
          <a:stretch>
            <a:fillRect/>
          </a:stretch>
        </p:blipFill>
        <p:spPr>
          <a:xfrm>
            <a:off x="9347605" y="4429278"/>
            <a:ext cx="4874895" cy="6499860"/>
          </a:xfrm>
          <a:prstGeom prst="rect">
            <a:avLst/>
          </a:prstGeom>
        </p:spPr>
      </p:pic>
      <p:pic>
        <p:nvPicPr>
          <p:cNvPr id="15" name="Picture 14" descr="Florida Aquarium launching first-ever Penguin Waddle Week | blooloop">
            <a:extLst>
              <a:ext uri="{FF2B5EF4-FFF2-40B4-BE49-F238E27FC236}">
                <a16:creationId xmlns:a16="http://schemas.microsoft.com/office/drawing/2014/main" id="{3B084948-7B8C-938D-A0C3-78DF4A3F0DE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0178" t="950" r="19731" b="10001"/>
          <a:stretch>
            <a:fillRect/>
          </a:stretch>
        </p:blipFill>
        <p:spPr>
          <a:xfrm>
            <a:off x="60651" y="-8060273"/>
            <a:ext cx="5270915" cy="7027886"/>
          </a:xfrm>
          <a:prstGeom prst="rect">
            <a:avLst/>
          </a:prstGeom>
        </p:spPr>
      </p:pic>
      <p:pic>
        <p:nvPicPr>
          <p:cNvPr id="16" name="Picture 15" descr="When Adélie penguins waddle, their bodies sway from side to side. So they  need to spread their flippers to keep their balance. 🇦🇶 Cape Hallett  #Antarctica #penguin #nature #wildlife #animal">
            <a:extLst>
              <a:ext uri="{FF2B5EF4-FFF2-40B4-BE49-F238E27FC236}">
                <a16:creationId xmlns:a16="http://schemas.microsoft.com/office/drawing/2014/main" id="{5EFD1BCB-3571-464E-8AAB-DA9A9607EBD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-5111065" y="1458846"/>
            <a:ext cx="3686175" cy="4914900"/>
          </a:xfrm>
          <a:prstGeom prst="rect">
            <a:avLst/>
          </a:prstGeom>
        </p:spPr>
      </p:pic>
      <p:pic>
        <p:nvPicPr>
          <p:cNvPr id="18" name="Picture 17" descr="Penguin Chicks Are Dying Off as Antarctic Sea Ice Disappears | Scientific  American">
            <a:extLst>
              <a:ext uri="{FF2B5EF4-FFF2-40B4-BE49-F238E27FC236}">
                <a16:creationId xmlns:a16="http://schemas.microsoft.com/office/drawing/2014/main" id="{5CF48546-6B61-9135-34A6-E593DD769EA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9233" t="25442" r="40077" b="13025"/>
          <a:stretch>
            <a:fillRect/>
          </a:stretch>
        </p:blipFill>
        <p:spPr>
          <a:xfrm>
            <a:off x="12550635" y="-3893574"/>
            <a:ext cx="3913386" cy="521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4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5F26-55EB-0E02-A679-1B38E3E3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9B9853-55EF-1BF6-C32D-1F93BB088FC5}"/>
              </a:ext>
            </a:extLst>
          </p:cNvPr>
          <p:cNvSpPr txBox="1"/>
          <p:nvPr/>
        </p:nvSpPr>
        <p:spPr>
          <a:xfrm>
            <a:off x="1887930" y="369332"/>
            <a:ext cx="1497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Group Photos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2DDE-39A6-9F76-7EBB-F503EC5E39FC}"/>
              </a:ext>
            </a:extLst>
          </p:cNvPr>
          <p:cNvSpPr txBox="1"/>
          <p:nvPr/>
        </p:nvSpPr>
        <p:spPr>
          <a:xfrm>
            <a:off x="8823087" y="230832"/>
            <a:ext cx="3313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Crop here to 16:10 Landscape</a:t>
            </a:r>
          </a:p>
          <a:p>
            <a:r>
              <a:rPr lang="en-GB" dirty="0"/>
              <a:t>Use gimp to set to 1600x1000 </a:t>
            </a:r>
            <a:r>
              <a:rPr lang="en-GB" dirty="0" err="1"/>
              <a:t>px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8E69A1-3539-BB28-B814-EF8F140C4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2" t="20974" r="15617" b="16934"/>
          <a:stretch>
            <a:fillRect/>
          </a:stretch>
        </p:blipFill>
        <p:spPr>
          <a:xfrm>
            <a:off x="4019550" y="1958331"/>
            <a:ext cx="10287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3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14667</TotalTime>
  <Words>67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Vineta BT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Clancy, Adam</dc:creator>
  <cp:lastModifiedBy>Adam Clancy</cp:lastModifiedBy>
  <cp:revision>38</cp:revision>
  <dcterms:created xsi:type="dcterms:W3CDTF">2022-09-13T15:52:45Z</dcterms:created>
  <dcterms:modified xsi:type="dcterms:W3CDTF">2026-10-27T10:37:01Z</dcterms:modified>
</cp:coreProperties>
</file>